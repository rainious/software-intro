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阶段重点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29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V1 原型</c:v>
                  </c:pt>
                  <c:pt idx="1">
                    <c:v>V2 工程化</c:v>
                  </c:pt>
                  <c:pt idx="2">
                    <c:v>V3 扩展</c:v>
                  </c:pt>
                  <c:pt idx="3">
                    <c:v>V4 平台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基于 PINN 的船舶水动力学仿真系统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需求与架构设计汇报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0F2F1"/>
                </a:solidFill>
              </a:rPr>
              <a:t>探索 AI 在工业水动力仿真中的应用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汇报人：软件工程系学生团队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3749040"/>
            <a:ext cx="4572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项目背景与行业痛点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行业痛点：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• 前处理复杂：网格划分耗时数天甚至数周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• 计算资源高：传统 CFD 对计算集群要求极高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• 迭代周期长：难以及时响应快速的设计变更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技术破局点：PINN (物理信息神经网络)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• 将 N-S 方程作为物理约束引入神经网络训练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• 无网格计算：显著降低前处理与网格划分难度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• 应用优势：快速参数扫描、逆问题求解与代理模型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22860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PINN 工作流优势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1. 物理驱动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2. 算力优化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3. 快速响应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系统建设目标与边界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核心目标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构建一个可扩展、可复现的 Web 化 PINN 仿真平台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</a:rPr>
              <a:t>服务于水动力研究、船型设计及工程教学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系统边界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45920"/>
          <a:ext cx="3657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包含范围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不包含范围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算例管理、物理配置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复杂 CAD 建模能力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PhysicsNeMo 训练调度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替代高保真工业 CFD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流场可视化、报告导出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大规模 HPC 集群集成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总体架构设计 (解耦与分层)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表现层 (React + JavaScript)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API 与业务层 (Python Flask)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任务调度层 (PostgreSQL Worker)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仿真计算引擎 (NVIDIA PhysicsNeMo)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关键设计：分离交互业务与长耗时物理训练任务，确保 Web 体验流畅。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核心业务流程闭环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1. 资产准备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371600"/>
            <a:ext cx="14630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2. 物理配置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31920" y="1371600"/>
            <a:ext cx="14630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3. 模型配置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14630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4. 异步执行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06640" y="1371600"/>
            <a:ext cx="14630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463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5. 结果分析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上传船型几何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自动化预处理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定义流体参数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设置边界条件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选择网络结构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分配损失权重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提交训练任务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Worker 队列调度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0664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生成流场云图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导出对比报告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965960" y="2377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03320" y="2377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2377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23774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领域模块设计亮点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前端视图模块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聚焦实时监控与多维度结果可视化展示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Flask API 模块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鉴权、快照生成、避免请求长连接阻塞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Worker 调度模块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隔离 GPU 训练任务与 CPU 后处理任务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引擎适配层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屏蔽框架底层迭代，降低业务系统耦合度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数据库与实验可追踪性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科研级数据追踪机制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</a:rPr>
              <a:t>配置快照 (Snapshot) 机制：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任务启动即锁定所有参数，确保实验过程 100% 可复现。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</a:rPr>
              <a:t>模型版本与检查点管理：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自动化追踪最优检查点，支持多版本迭代对比。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474720" cy="3474720"/>
          </a:xfrm>
          <a:prstGeom prst="rect">
            <a:avLst/>
          </a:prstGeom>
          <a:solidFill>
            <a:srgbClr val="21295C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数据存储架构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结构化元数据 (PostgreSQL)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· 用户权限 / 算例元数据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· 任务状态 / 配置索引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大容量资产 (MinIO/S3)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· 几何文件 / 模型权重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· 仿真结果 / PDF 报告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质量保证与物理验证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全方位保障仿真结果的可信度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软件工程验证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• 状态机流转严谨校验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• 基于项目的成员隔离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• 防止数据误删的软删除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物理科学验证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• 物理残差 (PDE) 分布监控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• 全局/局部质量守恒评估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• 基准算例 A/B/C 分级制度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总结与演进路线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5A82"/>
                </a:solidFill>
              </a:rPr>
              <a:t>核心价值：融合现代 Web 技术与深度学习，加速工业水动力研发流程。</a:t>
            </a:r>
            <a:endParaRPr lang="en-US" sz="1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V1: 核心链路闭环 | V2: 协作对比与报告 | V3: 复杂波动模型 | V4: 弹性算力调度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感谢各位的聆听与指导！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0F2F1"/>
                </a:solidFill>
              </a:rPr>
              <a:t>欢迎交流与提问 (Q &amp; A)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船舶水动力学仿真系统 (PINN) 需求与架构设计</dc:title>
  <dc:subject>PptxGenJS Presentation</dc:subject>
  <dc:creator>PptxGenJS</dc:creator>
  <cp:lastModifiedBy>PptxGenJS</cp:lastModifiedBy>
  <cp:revision>1</cp:revision>
  <dcterms:created xsi:type="dcterms:W3CDTF">2026-05-16T01:09:24Z</dcterms:created>
  <dcterms:modified xsi:type="dcterms:W3CDTF">2026-05-16T01:09:24Z</dcterms:modified>
</cp:coreProperties>
</file>